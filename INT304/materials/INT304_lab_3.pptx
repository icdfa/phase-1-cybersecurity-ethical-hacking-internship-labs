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970920" y="800280"/>
            <a:ext cx="10249920" cy="4859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poppins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35324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January 7,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B61E36-9A95-4ECF-A279-98BAAF26066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970920" y="800280"/>
            <a:ext cx="10249920" cy="4859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poppins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35324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4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January 7,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5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6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FACF5B-2418-43F2-AAB3-43B57CE16F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71520" y="800280"/>
            <a:ext cx="64411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667760" y="1882800"/>
            <a:ext cx="557748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371520" y="188136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7"/>
          </p:nvPr>
        </p:nvSpPr>
        <p:spPr>
          <a:xfrm>
            <a:off x="745668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8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9"/>
          </p:nvPr>
        </p:nvSpPr>
        <p:spPr>
          <a:xfrm>
            <a:off x="96343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5D971E-A773-491D-B910-F9E7C2BCF36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80880" y="817920"/>
            <a:ext cx="80910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80880" y="1889280"/>
            <a:ext cx="8091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0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1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2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659382-9529-4E76-9D70-027D3947A3F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3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4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5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C22D14-B4A5-4745-8A86-0F8C3E93DAF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7"/>
          <p:cNvSpPr/>
          <p:nvPr/>
        </p:nvSpPr>
        <p:spPr>
          <a:xfrm>
            <a:off x="970920" y="800280"/>
            <a:ext cx="10249920" cy="4859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poppins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35324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16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17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18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911435-E6CC-4CE4-9CDF-D13C7FD545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80880" y="817920"/>
            <a:ext cx="80910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80880" y="1889280"/>
            <a:ext cx="8091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19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0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1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9E2998-8566-42B6-AD75-099176304C7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14" descr=""/>
          <p:cNvPicPr/>
          <p:nvPr/>
        </p:nvPicPr>
        <p:blipFill>
          <a:blip r:embed="rId2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71520" y="80028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71520" y="38480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2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3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4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F16D43-9187-4EF7-8229-6720D04BEFD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80880" y="800280"/>
            <a:ext cx="80910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80880" y="190728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702400" y="190728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25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6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27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ED3294-4B33-46E3-B88E-099CEABB055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71520" y="824040"/>
            <a:ext cx="81007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71520" y="189576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71520" y="2877480"/>
            <a:ext cx="5157360" cy="30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5689440" y="189324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689440" y="2833920"/>
            <a:ext cx="5182920" cy="30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dt" idx="28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ftr" idx="29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8"/>
          <p:cNvSpPr>
            <a:spLocks noGrp="1"/>
          </p:cNvSpPr>
          <p:nvPr>
            <p:ph type="sldNum" idx="30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2DB5AE-5CB6-4972-9EE0-13C3BDD9122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80880" y="817920"/>
            <a:ext cx="76788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dt" idx="31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32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33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056BE6-3432-4418-ACF7-84614BD3E97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4" descr=""/>
          <p:cNvPicPr/>
          <p:nvPr/>
        </p:nvPicPr>
        <p:blipFill>
          <a:blip r:embed="rId2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dt" idx="34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ftr" idx="35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36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B1AEAC-5A24-465B-B54C-E8A6E9F6BB8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Rectangle 5"/>
          <p:cNvSpPr/>
          <p:nvPr/>
        </p:nvSpPr>
        <p:spPr>
          <a:xfrm>
            <a:off x="12600" y="0"/>
            <a:ext cx="12191760" cy="799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poppi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>
            <a:fillRect t="-2000" b="-2000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4" descr=""/>
          <p:cNvPicPr/>
          <p:nvPr/>
        </p:nvPicPr>
        <p:blipFill>
          <a:blip r:embed="rId3"/>
          <a:stretch/>
        </p:blipFill>
        <p:spPr>
          <a:xfrm>
            <a:off x="426240" y="6190560"/>
            <a:ext cx="469800" cy="46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30"/>
          <p:cNvSpPr/>
          <p:nvPr/>
        </p:nvSpPr>
        <p:spPr>
          <a:xfrm>
            <a:off x="941400" y="627732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71520" y="800280"/>
            <a:ext cx="39319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68760" y="81900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371520" y="188136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37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38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sldNum" idx="39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B9FC3A-F564-4985-9A4E-54491CDA7B8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523880" y="135324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spcBef>
                <a:spcPts val="1191"/>
              </a:spcBef>
              <a:spcAft>
                <a:spcPts val="992"/>
              </a:spcAft>
              <a:buNone/>
            </a:pPr>
            <a:br>
              <a:rPr sz="2800"/>
            </a:b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INT304: Network Security and Protocols</a:t>
            </a:r>
            <a:br>
              <a:rPr sz="2800"/>
            </a:br>
            <a:br>
              <a:rPr sz="2800"/>
            </a:b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1523880" y="3917520"/>
            <a:ext cx="9143640" cy="13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 Lab 3: Network Security Protocols and Configuration- ASSIGNMENT</a:t>
            </a:r>
            <a:endParaRPr b="0" lang="en-US" sz="2600" strike="noStrike" u="non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115F0E07-FAB4-46EE-832C-216F96569802}" type="datetime3">
              <a:rPr lang="en-US"/>
              <a:t>January 7,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371600" y="-82692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371600" y="1600200"/>
            <a:ext cx="9372600" cy="274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Objectives</a:t>
            </a:r>
            <a:endParaRPr b="1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Understand various network security protocols and their implementations.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Gain hands-on experience configuring network devices with security protocols.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Learn to analyze and verify the security configurations.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FA2CE4F8-DD1B-41F3-B2B9-2AE68A31A03A}" type="datetime3">
              <a:rPr lang="en-US"/>
              <a:t>January 7,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523880" y="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371960" y="914400"/>
            <a:ext cx="9829440" cy="45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Lab Activities</a:t>
            </a:r>
            <a:endParaRPr b="1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1. Overview of Network Security Protocols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Begin with a lecture or reading on key network security protocols such as: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SSL/TLS: Securing data in transit.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IPsec: Protecting IP packets.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SSH: Secure shell for secure remote access.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VPN: Virtual Private Network for secure connections.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802.1X: Port-based network access control.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Discuss the importance of each protocol in securing communications.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2. Configuring SSL/TLS on a Web Server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Set up a local web server (e.g., Apache or Nginx) on a Linux VM.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Obtain a self-signed SSL certificate or use a tool like Let's Encrypt for a free SSL certificate.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Configure the web server to support HTTPS: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Enable SSL/TLS.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Redirect HTTP traffic to HTTPS.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Test the configuration by accessing the web server through a web browser.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A545F2D0-6986-44E4-B89C-0BC13BDCA7A6}" type="datetime3">
              <a:rPr lang="en-US"/>
              <a:t>January 7,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600560" y="8316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143000" y="137160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3. Implementing IPsec VPN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Set up a VPN server using software such as OpenVPN or StrongSwan.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Create client configurations and test connections to the VPN server.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Ensure secure communication between clients and the server: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Monitor traffic to confirm that data is encrypted.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Use tools like Wireshark to capture and analyze packets.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4. Configuring SSH for Secure Remote Access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Install and configure an SSH server on a Linux machine.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Adjust settings to enhance security: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Change the default port (22) to a non-standard port.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Disable root login.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Implement public key authentication instead of password-based authentication.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Test SSH connections from a client machine, ensuring secure access.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920AF963-B2F0-45F9-A6CC-D3537EC0D6D0}" type="datetime3">
              <a:rPr lang="en-US"/>
              <a:t>January 7,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600560" y="8316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326240" y="982440"/>
            <a:ext cx="10560960" cy="457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5. Using 802.1X for Network Access Control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Simulate a network with a switch that supports 802.1X.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Configure a RADIUS server to handle authentication requests.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Connect client devices to the network and verify that only authenticated devices can access resources.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Discuss potential challenges and troubleshooting methods.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6. Verification and Testing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After configuring the protocols, perform the following tests: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Verify HTTPS using tools like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curl 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- Check IPsec VPN connections using ping and traceroute.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- Validate SSH access and configuration settings.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- Test network access with and without 802.1X authentication. 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  <a:ea typeface="Liberation Mono;Courier New;DejaVu Sans Mono;Lucida Sans Typewrite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2E4D8AB4-2D39-471A-9AB2-0BBDBA38A920}" type="datetime3">
              <a:rPr lang="en-US"/>
              <a:t>January 7,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829160" y="-82692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219680" y="1143000"/>
            <a:ext cx="1097244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Deliverables</a:t>
            </a:r>
            <a:endParaRPr b="1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Submit a report (4-6 pages) that includes: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Configuration details for each protocol implemented.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Screenshots demonstrating successful connections and security verifications.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summary of challenges faced during the lab and how they were resolved.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Deadline</a:t>
            </a:r>
            <a:endParaRPr b="1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The report should be submitted by the specified due date, which will be communicated in class.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D3DD7CD4-82CA-4DE9-A548-4286FE54106B}" type="datetime3">
              <a:rPr lang="en-US"/>
              <a:t>January 7,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ICDFA Font">
      <a:majorFont>
        <a:latin typeface="poppins" pitchFamily="0" charset="1"/>
        <a:ea typeface=""/>
        <a:cs typeface=""/>
      </a:majorFont>
      <a:minorFont>
        <a:latin typeface="poppi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Application>LibreOffice/25.8.3.2$Windows_X86_64 LibreOffice_project/8ca8d55c161d602844f5428fa4b58097424e324e</Application>
  <AppVersion>15.0000</AppVersion>
  <Words>1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2026-01-07T11:03:54Z</dcterms:created>
  <dc:creator/>
  <dc:description/>
  <dc:language>en-US</dc:language>
  <cp:lastModifiedBy/>
  <dcterms:modified xsi:type="dcterms:W3CDTF">2026-01-07T11:22:01Z</dcterms:modified>
  <cp:revision>24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