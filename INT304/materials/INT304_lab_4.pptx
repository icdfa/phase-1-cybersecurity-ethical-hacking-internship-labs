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0.png" ContentType="image/png"/>
  <Override PartName="/ppt/media/image9.png" ContentType="image/png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8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8.xml" ContentType="application/vnd.openxmlformats-officedocument.presentationml.slideMaster+xml"/>
  <Override PartName="/ppt/notesSlides/notesSlide3.xml" ContentType="application/vnd.openxmlformats-officedocument.presentationml.notesSlide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6.xml.rels" ContentType="application/vnd.openxmlformats-package.relationships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1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8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25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ftr" idx="26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27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F4157BF-53C7-4270-8A93-3841FF14B07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3560" cy="377028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4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sudo apt-get update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sudo apt-get install snort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3560" cy="377028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4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sudo nano /etc/snort/snort.conf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sudo snort -A console -c /etc/snort/snort.conf -i &lt;interface&gt;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850"/>
              </a:spcBef>
              <a:buNone/>
              <a:tabLst>
                <a:tab algn="l" pos="0"/>
              </a:tabLst>
            </a:pP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IF SNORT.CONF DOES NOT OPEN TO A CONFIGURATION FILE, USE SNORT.LUA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3560" cy="377028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4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sudo apt-get install hping3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hping3 -S -p 80 192.168.56.101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835640" y="1854360"/>
            <a:ext cx="85190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4F78182-279F-472A-A389-B4C96D338B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835640" y="1854360"/>
            <a:ext cx="85190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96F95C2-A94B-4F4E-9D78-3340BFE02F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835640" y="1854360"/>
            <a:ext cx="85190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52E46B4-8929-4067-9BB4-E614638C7B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835640" y="1854360"/>
            <a:ext cx="85190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C45B92B-CF51-4F3C-84F8-01B55424EE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835640" y="1854360"/>
            <a:ext cx="85190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A0BB01E-A7D0-4C3E-8B24-2D335F8A20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30" hidden="1"/>
          <p:cNvSpPr/>
          <p:nvPr/>
        </p:nvSpPr>
        <p:spPr>
          <a:xfrm>
            <a:off x="1333080" y="6274800"/>
            <a:ext cx="168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DejaVu Sa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Box 8"/>
          <p:cNvSpPr/>
          <p:nvPr/>
        </p:nvSpPr>
        <p:spPr>
          <a:xfrm>
            <a:off x="1497600" y="6239160"/>
            <a:ext cx="168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DejaVu Sa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835640" y="2030040"/>
            <a:ext cx="85190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16"/>
          </p:nvPr>
        </p:nvSpPr>
        <p:spPr>
          <a:xfrm>
            <a:off x="3994920" y="6189840"/>
            <a:ext cx="323388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17"/>
          </p:nvPr>
        </p:nvSpPr>
        <p:spPr>
          <a:xfrm>
            <a:off x="9388080" y="6203520"/>
            <a:ext cx="14119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60E41D-AB49-4AAB-A128-E314DD342BD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18"/>
          </p:nvPr>
        </p:nvSpPr>
        <p:spPr>
          <a:xfrm>
            <a:off x="7347960" y="6189840"/>
            <a:ext cx="19209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30" hidden="1"/>
          <p:cNvSpPr/>
          <p:nvPr/>
        </p:nvSpPr>
        <p:spPr>
          <a:xfrm>
            <a:off x="1333080" y="6274800"/>
            <a:ext cx="168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DejaVu Sa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Box 8"/>
          <p:cNvSpPr/>
          <p:nvPr/>
        </p:nvSpPr>
        <p:spPr>
          <a:xfrm>
            <a:off x="1497600" y="6239160"/>
            <a:ext cx="168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DejaVu Sa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835640" y="2030040"/>
            <a:ext cx="85190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19"/>
          </p:nvPr>
        </p:nvSpPr>
        <p:spPr>
          <a:xfrm>
            <a:off x="3994920" y="6189840"/>
            <a:ext cx="323388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20"/>
          </p:nvPr>
        </p:nvSpPr>
        <p:spPr>
          <a:xfrm>
            <a:off x="9388080" y="6203520"/>
            <a:ext cx="14119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B66408-B078-4CD0-B600-DAC1CEFDB87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dt" idx="21"/>
          </p:nvPr>
        </p:nvSpPr>
        <p:spPr>
          <a:xfrm>
            <a:off x="7347960" y="6189840"/>
            <a:ext cx="19209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835640" y="1854360"/>
            <a:ext cx="85190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9901ED7-236C-4066-A0C9-53AC039A12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0" hidden="1"/>
          <p:cNvSpPr/>
          <p:nvPr/>
        </p:nvSpPr>
        <p:spPr>
          <a:xfrm>
            <a:off x="1333080" y="6274800"/>
            <a:ext cx="168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DejaVu Sa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11"/>
          <p:cNvSpPr/>
          <p:nvPr/>
        </p:nvSpPr>
        <p:spPr>
          <a:xfrm>
            <a:off x="1546560" y="6324480"/>
            <a:ext cx="168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  <a:ea typeface="DejaVu Sa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835640" y="2029680"/>
            <a:ext cx="85190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1"/>
          </p:nvPr>
        </p:nvSpPr>
        <p:spPr>
          <a:xfrm>
            <a:off x="4012200" y="6284520"/>
            <a:ext cx="323388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sldNum" idx="2"/>
          </p:nvPr>
        </p:nvSpPr>
        <p:spPr>
          <a:xfrm>
            <a:off x="9812520" y="6293160"/>
            <a:ext cx="14119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lt2"/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1E81E6-000B-496D-8620-F88A08264767}" type="slidenum">
              <a:rPr b="0" lang="en-US" sz="1200" strike="noStrike" u="none">
                <a:solidFill>
                  <a:schemeClr val="lt2"/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dt" idx="3"/>
          </p:nvPr>
        </p:nvSpPr>
        <p:spPr>
          <a:xfrm>
            <a:off x="7568640" y="6284520"/>
            <a:ext cx="19209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30" hidden="1"/>
          <p:cNvSpPr/>
          <p:nvPr/>
        </p:nvSpPr>
        <p:spPr>
          <a:xfrm>
            <a:off x="1333080" y="6274800"/>
            <a:ext cx="168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DejaVu Sa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Box 15"/>
          <p:cNvSpPr/>
          <p:nvPr/>
        </p:nvSpPr>
        <p:spPr>
          <a:xfrm>
            <a:off x="1501560" y="6335640"/>
            <a:ext cx="168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  <a:ea typeface="DejaVu Sa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835640" y="2029680"/>
            <a:ext cx="85190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4"/>
          </p:nvPr>
        </p:nvSpPr>
        <p:spPr>
          <a:xfrm>
            <a:off x="4274280" y="6284880"/>
            <a:ext cx="323388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5"/>
          </p:nvPr>
        </p:nvSpPr>
        <p:spPr>
          <a:xfrm>
            <a:off x="9865800" y="6314760"/>
            <a:ext cx="14119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lt2"/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37861DB-D0B1-4088-99ED-7BCB864487F5}" type="slidenum">
              <a:rPr b="0" lang="en-US" sz="1200" strike="noStrike" u="none">
                <a:solidFill>
                  <a:schemeClr val="lt2"/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6"/>
          </p:nvPr>
        </p:nvSpPr>
        <p:spPr>
          <a:xfrm>
            <a:off x="7726320" y="6306120"/>
            <a:ext cx="19209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30" hidden="1"/>
          <p:cNvSpPr/>
          <p:nvPr/>
        </p:nvSpPr>
        <p:spPr>
          <a:xfrm>
            <a:off x="1333080" y="6274800"/>
            <a:ext cx="168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DejaVu Sans"/>
              </a:rPr>
              <a:t>Icdfa.edu.ng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Box 8"/>
          <p:cNvSpPr/>
          <p:nvPr/>
        </p:nvSpPr>
        <p:spPr>
          <a:xfrm>
            <a:off x="1373760" y="6239160"/>
            <a:ext cx="168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  <a:ea typeface="DejaVu Sans"/>
              </a:rPr>
              <a:t>Icdfa.edu.ng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835640" y="2029680"/>
            <a:ext cx="85190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7"/>
          </p:nvPr>
        </p:nvSpPr>
        <p:spPr>
          <a:xfrm>
            <a:off x="3966840" y="6216840"/>
            <a:ext cx="323388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8"/>
          </p:nvPr>
        </p:nvSpPr>
        <p:spPr>
          <a:xfrm>
            <a:off x="9388080" y="6203520"/>
            <a:ext cx="14119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lt2"/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302390-704C-461C-BF21-1EA68521762B}" type="slidenum">
              <a:rPr b="0" lang="en-US" sz="1200" strike="noStrike" u="none">
                <a:solidFill>
                  <a:schemeClr val="lt2"/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dt" idx="9"/>
          </p:nvPr>
        </p:nvSpPr>
        <p:spPr>
          <a:xfrm>
            <a:off x="7333920" y="6203520"/>
            <a:ext cx="19209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30" hidden="1"/>
          <p:cNvSpPr/>
          <p:nvPr/>
        </p:nvSpPr>
        <p:spPr>
          <a:xfrm>
            <a:off x="1333080" y="6274800"/>
            <a:ext cx="168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DejaVu Sans"/>
              </a:rPr>
              <a:t>Icdfa.edu.ng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Box 8"/>
          <p:cNvSpPr/>
          <p:nvPr/>
        </p:nvSpPr>
        <p:spPr>
          <a:xfrm>
            <a:off x="1272960" y="6244920"/>
            <a:ext cx="168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poppins"/>
                <a:ea typeface="DejaVu Sans"/>
              </a:rPr>
              <a:t>Icdfa.edu.ng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835640" y="2029680"/>
            <a:ext cx="85190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0"/>
          </p:nvPr>
        </p:nvSpPr>
        <p:spPr>
          <a:xfrm>
            <a:off x="3866040" y="6244920"/>
            <a:ext cx="323388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1"/>
          </p:nvPr>
        </p:nvSpPr>
        <p:spPr>
          <a:xfrm>
            <a:off x="9780840" y="6244920"/>
            <a:ext cx="14119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accent3"/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2605A4-4100-4515-A386-B644A208426A}" type="slidenum">
              <a:rPr b="0" lang="en-US" sz="1200" strike="noStrike" u="none">
                <a:solidFill>
                  <a:schemeClr val="accent3"/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dt" idx="12"/>
          </p:nvPr>
        </p:nvSpPr>
        <p:spPr>
          <a:xfrm>
            <a:off x="7479720" y="6244920"/>
            <a:ext cx="19209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0" hidden="1"/>
          <p:cNvSpPr/>
          <p:nvPr/>
        </p:nvSpPr>
        <p:spPr>
          <a:xfrm>
            <a:off x="1333080" y="6274800"/>
            <a:ext cx="168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DejaVu Sa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Box 12"/>
          <p:cNvSpPr/>
          <p:nvPr/>
        </p:nvSpPr>
        <p:spPr>
          <a:xfrm>
            <a:off x="1396080" y="6346440"/>
            <a:ext cx="168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DejaVu Sa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835640" y="2029680"/>
            <a:ext cx="85190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13"/>
          </p:nvPr>
        </p:nvSpPr>
        <p:spPr>
          <a:xfrm>
            <a:off x="4052880" y="6288840"/>
            <a:ext cx="323388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14"/>
          </p:nvPr>
        </p:nvSpPr>
        <p:spPr>
          <a:xfrm>
            <a:off x="9728640" y="6274800"/>
            <a:ext cx="14119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59FB08-E90B-439D-8BB4-8D2B3F2BF8F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dt" idx="15"/>
          </p:nvPr>
        </p:nvSpPr>
        <p:spPr>
          <a:xfrm>
            <a:off x="7547040" y="6288840"/>
            <a:ext cx="19209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  <p:sldLayoutId id="2147483660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30" hidden="1"/>
          <p:cNvSpPr/>
          <p:nvPr/>
        </p:nvSpPr>
        <p:spPr>
          <a:xfrm>
            <a:off x="1333080" y="6274800"/>
            <a:ext cx="168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DejaVu Sa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8"/>
          <p:cNvSpPr/>
          <p:nvPr/>
        </p:nvSpPr>
        <p:spPr>
          <a:xfrm>
            <a:off x="1497600" y="6239160"/>
            <a:ext cx="16833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  <a:ea typeface="DejaVu Sans"/>
              </a:rPr>
              <a:t>Icdfa.edu.ng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835640" y="2029680"/>
            <a:ext cx="851904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22"/>
          </p:nvPr>
        </p:nvSpPr>
        <p:spPr>
          <a:xfrm>
            <a:off x="3994920" y="6189840"/>
            <a:ext cx="323388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23"/>
          </p:nvPr>
        </p:nvSpPr>
        <p:spPr>
          <a:xfrm>
            <a:off x="9388080" y="6203520"/>
            <a:ext cx="141192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A5C799-53E1-44C3-9E6D-759BA5A3A06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dt" idx="24"/>
          </p:nvPr>
        </p:nvSpPr>
        <p:spPr>
          <a:xfrm>
            <a:off x="7347960" y="6189840"/>
            <a:ext cx="1920960" cy="3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835640" y="1600200"/>
            <a:ext cx="8519040" cy="2056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4000" strike="noStrike" u="none">
                <a:solidFill>
                  <a:schemeClr val="lt1"/>
                </a:solidFill>
                <a:effectLst/>
                <a:uFillTx/>
                <a:latin typeface="Times New Roman"/>
              </a:rPr>
              <a:t>Lab 4: Intrusion Detection Systems (IDS) and Traffic Analysis on Linux</a:t>
            </a:r>
            <a:br>
              <a:rPr sz="4000"/>
            </a:b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1828800" y="3626640"/>
            <a:ext cx="204120" cy="25848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poppins"/>
              </a:rPr>
              <a:t>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fld id="{941183DF-A433-405C-9834-D975FAAEFA9B}" type="datetime3">
              <a:rPr lang="en-US"/>
              <a:t>January 8, 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766880" y="8640"/>
            <a:ext cx="8519040" cy="250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09480" y="685800"/>
            <a:ext cx="10971360" cy="525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Objective: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This lab aims to familiarize students with setting up and configuring an Intrusion Detection System (IDS) on a Linux machine, analyzing network traffic against the OWASP Broken Web Applications VM IP, and identifying potential security threats.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Materials Required: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Linux operating system (Ubuntu, Kali Linux, or similar)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OWASP Broken Web Applications VM (make sure it's running)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Snort IDS installed on the Linux machine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Wireshark installed on the Linux machine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Terminal access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fld id="{E6D69F0A-AFE0-481A-9316-6E64C8AA2BDA}" type="datetime3">
              <a:rPr lang="en-US"/>
              <a:t>January 8, 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995480" y="-219960"/>
            <a:ext cx="8519040" cy="250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Lab Tasks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1. Install and Configure Snort: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Ensure you have Snort installed. If not, install it using the following command: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indent="0">
              <a:lnSpc>
                <a:spcPct val="9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sudo apt-get update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indent="0">
              <a:lnSpc>
                <a:spcPct val="9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sudo apt-get install snort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During installation, you will be prompted to set the network interface. Choose the interface that is connected to the network (e.g., eth0, wlan0).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fld id="{A038C4C6-ECCE-42F7-8576-CD1EE5DC5C67}" type="datetime3">
              <a:rPr lang="en-US"/>
              <a:t>January 8, 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38280" y="-677160"/>
            <a:ext cx="8519040" cy="250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82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2. Configure Snort: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Open the Snort configuration file for editing: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indent="0">
              <a:lnSpc>
                <a:spcPct val="9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sudo nano /etc/snort/snort.conf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Set the HOME_NET variable to the OWASP VM IP address (e.g., 192.168.56.101).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Uncomment and adjust any relevant rules to ensure they are active.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15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3. Start Snort in IDS Mode: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Run Snort in IDS mode to monitor the network: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indent="0">
              <a:lnSpc>
                <a:spcPct val="9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sudo snort -A console -c /etc/snort/snort.conf -i &lt;interface&gt;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algn="l" pos="0"/>
              </a:tabLst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Replace &lt;interface&gt; with the actual network interface (e.g., eth0).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fld id="{49D11145-E23A-44CB-B626-95F0224D4C4F}" type="datetime3">
              <a:rPr lang="en-US"/>
              <a:t>January 8, 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996200" y="-219240"/>
            <a:ext cx="8519040" cy="250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228600" y="-84600"/>
            <a:ext cx="6789600" cy="6256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" descr=""/>
          <p:cNvPicPr/>
          <p:nvPr/>
        </p:nvPicPr>
        <p:blipFill>
          <a:blip r:embed="rId2"/>
          <a:stretch/>
        </p:blipFill>
        <p:spPr>
          <a:xfrm>
            <a:off x="6172200" y="-84600"/>
            <a:ext cx="5799240" cy="156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" descr=""/>
          <p:cNvPicPr/>
          <p:nvPr/>
        </p:nvPicPr>
        <p:blipFill>
          <a:blip r:embed="rId3"/>
          <a:stretch/>
        </p:blipFill>
        <p:spPr>
          <a:xfrm>
            <a:off x="7315200" y="2267640"/>
            <a:ext cx="4732560" cy="390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fld id="{DCAB17E5-20C6-41DA-9C06-CA28E8A756B5}" type="datetime3">
              <a:rPr lang="en-US"/>
              <a:t>January 8, 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828800" y="-219960"/>
            <a:ext cx="8519040" cy="250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610200" y="457200"/>
            <a:ext cx="11580840" cy="489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4. Generate Network Traffic: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Use a tool like hping3 to generate malicious traffic. First, install hping3 if not already installed: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indent="0">
              <a:lnSpc>
                <a:spcPct val="9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sudo apt-get install hping3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Generate a SYN flood attack towards the OWASP VM: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indent="0">
              <a:lnSpc>
                <a:spcPct val="9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hping3 -S -p 80 192.168.56.101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This simulates an attack on the web application running on the OWASP VM.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5. Monitor Traffic with Wireshark: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Open Wireshark and select the same interface Snort is monitoring.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Set a filter to display only TCP traffic: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indent="0">
              <a:lnSpc>
                <a:spcPct val="90000"/>
              </a:lnSpc>
              <a:spcBef>
                <a:spcPts val="850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tcp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Observe the incoming packets and look for SYN flood patterns.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fld id="{002A0CC6-F64D-4BAE-8F97-0974BB1DB891}" type="datetime3">
              <a:rPr lang="en-US"/>
              <a:t>January 8, 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767240" y="-720"/>
            <a:ext cx="8519040" cy="2505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116280" y="3286800"/>
            <a:ext cx="12075120" cy="334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" descr=""/>
          <p:cNvPicPr/>
          <p:nvPr/>
        </p:nvPicPr>
        <p:blipFill>
          <a:blip r:embed="rId2"/>
          <a:stretch/>
        </p:blipFill>
        <p:spPr>
          <a:xfrm>
            <a:off x="6400800" y="228600"/>
            <a:ext cx="5387400" cy="365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fld id="{E9678C43-0B10-424E-AC58-934E5824F551}" type="datetime3">
              <a:rPr lang="en-US"/>
              <a:t>January 8, 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835640" y="1854360"/>
            <a:ext cx="8519040" cy="62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8280" y="311004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59120" y="117000"/>
            <a:ext cx="11499120" cy="559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fld id="{05252614-D358-42CA-A45B-61897F253C72}" type="datetime3">
              <a:rPr lang="en-US"/>
              <a:t>January 8, 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835640" y="1854360"/>
            <a:ext cx="851904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87240" y="288180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301920" y="228600"/>
            <a:ext cx="5377680" cy="557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fld id="{23B53883-81FA-4541-BAE7-2DB5F40DD6AA}" type="datetime3">
              <a:rPr lang="en-US"/>
              <a:t>January 8, 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600200" y="-219960"/>
            <a:ext cx="8519040" cy="250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09480" y="1143000"/>
            <a:ext cx="11048040" cy="443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6. Analyze Snort Alerts: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Review the Snort console output for alerts triggered by the SYN flood attack.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Take note of the types of alerts and corresponding packet details.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7. Document Findings: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Create a report summarizing: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steps taken to configure and run Snort.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Types of traffic generated and the corresponding alerts triggered by Snort.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Screenshots from Wireshark showing packet captures during the attack.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Analysis of Snort’s effectiveness in detecting and alerting on the simulated attack.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fld id="{F6AF1C48-F69A-4490-A6BD-19DCC3C4CE81}" type="datetime3">
              <a:rPr lang="en-US"/>
              <a:t>January 8, 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835640" y="237240"/>
            <a:ext cx="8519040" cy="250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poppins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Submission Requirements: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Format: Submit your completed report as a PDF document.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Content: Include relevant screenshots, configurations, and analysis.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OpenSymbol"/>
              <a:buChar char="◦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Deadline for submission: [Insert Deadline Date]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Conclusion: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This lab provides hands-on experience in setting up an IDS on a Linux environment, demonstrating how to generate malicious traffic against the OWASP BWA VM and analyze the effectiveness of intrusion detection in a practical setting. Understanding these concepts is crucial for maintaining network security.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fld id="{69E41790-8F9C-40E7-A5EA-01B7E18BD16A}" type="datetime3">
              <a:rPr lang="en-US"/>
              <a:t>January 8, 2026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ICDFA Color">
      <a:dk1>
        <a:srgbClr val="002060"/>
      </a:dk1>
      <a:lt1>
        <a:srgbClr val="ffffff"/>
      </a:lt1>
      <a:dk2>
        <a:srgbClr val="002060"/>
      </a:dk2>
      <a:lt2>
        <a:srgbClr val="ffffff"/>
      </a:lt2>
      <a:accent1>
        <a:srgbClr val="002060"/>
      </a:accent1>
      <a:accent2>
        <a:srgbClr val="00b0f0"/>
      </a:accent2>
      <a:accent3>
        <a:srgbClr val="ffffff"/>
      </a:accent3>
      <a:accent4>
        <a:srgbClr val="ffffff"/>
      </a:accent4>
      <a:accent5>
        <a:srgbClr val="002060"/>
      </a:accent5>
      <a:accent6>
        <a:srgbClr val="00b0f0"/>
      </a:accent6>
      <a:hlink>
        <a:srgbClr val="00b0f0"/>
      </a:hlink>
      <a:folHlink>
        <a:srgbClr val="00206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ICDFA Color">
      <a:dk1>
        <a:srgbClr val="002060"/>
      </a:dk1>
      <a:lt1>
        <a:srgbClr val="ffffff"/>
      </a:lt1>
      <a:dk2>
        <a:srgbClr val="002060"/>
      </a:dk2>
      <a:lt2>
        <a:srgbClr val="ffffff"/>
      </a:lt2>
      <a:accent1>
        <a:srgbClr val="002060"/>
      </a:accent1>
      <a:accent2>
        <a:srgbClr val="00b0f0"/>
      </a:accent2>
      <a:accent3>
        <a:srgbClr val="ffffff"/>
      </a:accent3>
      <a:accent4>
        <a:srgbClr val="ffffff"/>
      </a:accent4>
      <a:accent5>
        <a:srgbClr val="002060"/>
      </a:accent5>
      <a:accent6>
        <a:srgbClr val="00b0f0"/>
      </a:accent6>
      <a:hlink>
        <a:srgbClr val="00b0f0"/>
      </a:hlink>
      <a:folHlink>
        <a:srgbClr val="00206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ICDFA Color">
      <a:dk1>
        <a:srgbClr val="002060"/>
      </a:dk1>
      <a:lt1>
        <a:srgbClr val="ffffff"/>
      </a:lt1>
      <a:dk2>
        <a:srgbClr val="002060"/>
      </a:dk2>
      <a:lt2>
        <a:srgbClr val="ffffff"/>
      </a:lt2>
      <a:accent1>
        <a:srgbClr val="002060"/>
      </a:accent1>
      <a:accent2>
        <a:srgbClr val="00b0f0"/>
      </a:accent2>
      <a:accent3>
        <a:srgbClr val="ffffff"/>
      </a:accent3>
      <a:accent4>
        <a:srgbClr val="ffffff"/>
      </a:accent4>
      <a:accent5>
        <a:srgbClr val="002060"/>
      </a:accent5>
      <a:accent6>
        <a:srgbClr val="00b0f0"/>
      </a:accent6>
      <a:hlink>
        <a:srgbClr val="00b0f0"/>
      </a:hlink>
      <a:folHlink>
        <a:srgbClr val="00206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ICDFA Color">
      <a:dk1>
        <a:srgbClr val="002060"/>
      </a:dk1>
      <a:lt1>
        <a:srgbClr val="ffffff"/>
      </a:lt1>
      <a:dk2>
        <a:srgbClr val="002060"/>
      </a:dk2>
      <a:lt2>
        <a:srgbClr val="ffffff"/>
      </a:lt2>
      <a:accent1>
        <a:srgbClr val="002060"/>
      </a:accent1>
      <a:accent2>
        <a:srgbClr val="00b0f0"/>
      </a:accent2>
      <a:accent3>
        <a:srgbClr val="ffffff"/>
      </a:accent3>
      <a:accent4>
        <a:srgbClr val="ffffff"/>
      </a:accent4>
      <a:accent5>
        <a:srgbClr val="002060"/>
      </a:accent5>
      <a:accent6>
        <a:srgbClr val="00b0f0"/>
      </a:accent6>
      <a:hlink>
        <a:srgbClr val="00b0f0"/>
      </a:hlink>
      <a:folHlink>
        <a:srgbClr val="00206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ICDFA Color">
      <a:dk1>
        <a:srgbClr val="002060"/>
      </a:dk1>
      <a:lt1>
        <a:srgbClr val="ffffff"/>
      </a:lt1>
      <a:dk2>
        <a:srgbClr val="002060"/>
      </a:dk2>
      <a:lt2>
        <a:srgbClr val="ffffff"/>
      </a:lt2>
      <a:accent1>
        <a:srgbClr val="002060"/>
      </a:accent1>
      <a:accent2>
        <a:srgbClr val="00b0f0"/>
      </a:accent2>
      <a:accent3>
        <a:srgbClr val="ffffff"/>
      </a:accent3>
      <a:accent4>
        <a:srgbClr val="ffffff"/>
      </a:accent4>
      <a:accent5>
        <a:srgbClr val="002060"/>
      </a:accent5>
      <a:accent6>
        <a:srgbClr val="00b0f0"/>
      </a:accent6>
      <a:hlink>
        <a:srgbClr val="00b0f0"/>
      </a:hlink>
      <a:folHlink>
        <a:srgbClr val="00206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ICDFA Color">
      <a:dk1>
        <a:srgbClr val="002060"/>
      </a:dk1>
      <a:lt1>
        <a:srgbClr val="ffffff"/>
      </a:lt1>
      <a:dk2>
        <a:srgbClr val="002060"/>
      </a:dk2>
      <a:lt2>
        <a:srgbClr val="ffffff"/>
      </a:lt2>
      <a:accent1>
        <a:srgbClr val="002060"/>
      </a:accent1>
      <a:accent2>
        <a:srgbClr val="00b0f0"/>
      </a:accent2>
      <a:accent3>
        <a:srgbClr val="ffffff"/>
      </a:accent3>
      <a:accent4>
        <a:srgbClr val="ffffff"/>
      </a:accent4>
      <a:accent5>
        <a:srgbClr val="002060"/>
      </a:accent5>
      <a:accent6>
        <a:srgbClr val="00b0f0"/>
      </a:accent6>
      <a:hlink>
        <a:srgbClr val="00b0f0"/>
      </a:hlink>
      <a:folHlink>
        <a:srgbClr val="00206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ICDFA Color">
      <a:dk1>
        <a:srgbClr val="002060"/>
      </a:dk1>
      <a:lt1>
        <a:srgbClr val="ffffff"/>
      </a:lt1>
      <a:dk2>
        <a:srgbClr val="002060"/>
      </a:dk2>
      <a:lt2>
        <a:srgbClr val="ffffff"/>
      </a:lt2>
      <a:accent1>
        <a:srgbClr val="002060"/>
      </a:accent1>
      <a:accent2>
        <a:srgbClr val="00b0f0"/>
      </a:accent2>
      <a:accent3>
        <a:srgbClr val="ffffff"/>
      </a:accent3>
      <a:accent4>
        <a:srgbClr val="ffffff"/>
      </a:accent4>
      <a:accent5>
        <a:srgbClr val="002060"/>
      </a:accent5>
      <a:accent6>
        <a:srgbClr val="00b0f0"/>
      </a:accent6>
      <a:hlink>
        <a:srgbClr val="00b0f0"/>
      </a:hlink>
      <a:folHlink>
        <a:srgbClr val="00206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2026-01-07T11:21:02Z</dcterms:created>
  <dc:creator/>
  <dc:description/>
  <dc:language>en-US</dc:language>
  <cp:lastModifiedBy/>
  <dcterms:modified xsi:type="dcterms:W3CDTF">2026-01-08T16:01:54Z</dcterms:modified>
  <cp:revision>12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1</vt:r8>
  </property>
</Properties>
</file>